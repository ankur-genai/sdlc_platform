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technical architecture is built for high reliability. A React 18 frontend communicates asynchronously with a FastAPI agent engine, backed by PostgreSQL as our single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multi-agent workflow operates in three distinct phases: Requirement analysis, Code &amp; Architecture generation, and Media presentation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complete technology stack: React, TypeScript, FastAPI, PostgreSQL, Python-PPTX, Edge-TTS, and FFmpeg.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deployment and security: we enforce zero secret leakage, sandboxed agent execution, and cloud-native container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E600"/>
                </a:solidFill>
                <a:latin typeface="Calibri"/>
              </a:defRPr>
            </a:pPr>
            <a:r>
              <a:t>SYSTEM ARCHITECTURE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Enterprise Microservice &amp; Agent Infrastructure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Decoupled React SPA, FastAPI backend, PostgreSQL single source of truth, and local AI pipelines.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Frontend Presentation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React 18 + Vite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TypeScript SPA with modern dark glassmorphism styling.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Real-time WebSocket connection for live agent streaming.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Interactive slide canvas, video workspace, and script editor.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2058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  <a:latin typeface="Arial"/>
              </a:defRPr>
            </a:pPr>
            <a:r>
              <a:t>Backend Agent Engine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FastAPI + Python 3.11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Asynchronous Uvicorn server handling REST &amp; WebSockets.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Autonomous multi-agent task runner and state management.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Local fallback capabilities with offline execution modes.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9716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Single Source of Truth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PostgreSQL Database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ACID-compliant persistence for projects, slides &amp; artifacts.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Versioned GeneratedArtifact storing exact JSON structures.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Full audit trail and execution history log.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E600"/>
                </a:solidFill>
                <a:latin typeface="Calibri"/>
              </a:defRPr>
            </a:pPr>
            <a:r>
              <a:t>MULTI-AGENT WORKFLOW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Autonomous Agent Collaboration &amp; Event Pipeline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Structured coordination between specialized agents to produce verified enterprise deliverables.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1. Requirement &amp; BA Agents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Parses raw user prompts or uploaded PDF requirements.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Generates structured BRD, SRS, and feature backlogs.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Stores artifacts in PostgreSQL with strict schemas.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2058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  <a:latin typeface="Arial"/>
              </a:defRPr>
            </a:pPr>
            <a:r>
              <a:t>2. Architecture &amp; Code Agents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Synthesizes system architecture and database models.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Generates production code, unit tests, and OpenAPI endpoints.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Validates code execution in isolated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9716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3. Video &amp; Media Pipeline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Pillow &amp; PPTX frame rendering for visual slides.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TTS audio synthesis with exact per-slide speaker_notes.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SadTalker / Cartoon presenter lip-sync compositing.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E600"/>
                </a:solidFill>
                <a:latin typeface="Calibri"/>
              </a:defRPr>
            </a:pPr>
            <a:r>
              <a:t>TECHNOLOGY STACK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Modern Enterprise Tech Stack Components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Proven open-source and enterprise-grade tools powering the application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Core Application Stack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React 18, TypeScript, Tailwind CSS, Lucide Icons.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FastAPI, Python 3.11, Pydantic v2, SQLAlchemy ORM.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PostgreSQL 15 database engine with psycopg2.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2058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  <a:latin typeface="Arial"/>
              </a:defRPr>
            </a:pPr>
            <a:r>
              <a:t>AI &amp; Media Pipeline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Google Antigravity &amp; LLM APIs for intelligent agents.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Python-PPTX &amp; Pillow for slide frame rasterization.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Edge-TTS &amp; FFmpeg for audio/video compositing.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9716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DevOps &amp; Local Execution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Uvicorn async server on localhost port 8008.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Vite dev server on localhost port 5173.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Strict local git configuration and environment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E600"/>
                </a:solidFill>
                <a:latin typeface="Calibri"/>
              </a:defRPr>
            </a:pPr>
            <a:r>
              <a:t>DEPLOYMENT &amp; SECURITY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Enterprise Security, Isolation &amp; Governance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Ensuring strict data protection, untracked secret keys, and robust deployment compliance.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Git &amp; Secret Security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Zero Leak Policy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Comprehensive .gitignore preventing key leakage.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Local environment untracking via git rm --cached.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Strict audit checks for all checked-in artifacts.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2058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  <a:latin typeface="Arial"/>
              </a:defRPr>
            </a:pPr>
            <a:r>
              <a:t>Runtime Safety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Sandboxed Execution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Isolated python environment for background agents.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Strict payload validation via Pydantic models.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Role-based access control and JWT authentication.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554480"/>
            <a:ext cx="3393338" cy="4754880"/>
          </a:xfrm>
          <a:prstGeom prst="roundRect">
            <a:avLst/>
          </a:prstGeom>
          <a:solidFill>
            <a:srgbClr val="1B2130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9716" y="1737360"/>
            <a:ext cx="302757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E600"/>
                </a:solidFill>
                <a:latin typeface="Arial"/>
              </a:defRPr>
            </a:pPr>
            <a:r>
              <a:t>Production Deployment</a:t>
            </a:r>
          </a:p>
          <a:p>
            <a:pPr>
              <a:spcAft>
                <a:spcPts val="800"/>
              </a:spcAft>
              <a:defRPr sz="2800" b="1">
                <a:solidFill>
                  <a:srgbClr val="FFE600"/>
                </a:solidFill>
                <a:latin typeface="Arial"/>
              </a:defRPr>
            </a:pPr>
            <a:r>
              <a:t>Cloud Native Ready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Containerized with Docker &amp; Kubernetes manifests.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Support for GCP Cloud Run and AWS ECS deployment.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Continuous integration &amp; automated smoke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