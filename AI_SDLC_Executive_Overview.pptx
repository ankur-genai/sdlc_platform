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executive team. Today we present our Autonomous SDLC Platform, designed to transform enterprise software engineering by orchestrating 15 specialized AI agents under strict human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Enterprise teams face recurring bottlenecks: 6 to 8 week delivery cycles, 35% rework costs, and massive administrative overhead that slows down business innovation.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platform solves this friction by combining document intake, multi-agent code generation, and automated HD video presentation generation into a unified workspace.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summary, the business impact is clear: 85% faster time-to-market, 99.4% security pass rates, and a demonstrated 4.5x return on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E600"/>
                </a:solidFill>
                <a:latin typeface="Calibri"/>
              </a:defRPr>
            </a:pPr>
            <a:r>
              <a:t>EXECUTIVE SUMMARY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Autonomous SDLC Platform: Transforming Enterprise Engineering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Accelerating software delivery with 15 specialized AI agents and human-in-the-loop governance.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E600"/>
                </a:solidFill>
                <a:latin typeface="Arial"/>
              </a:defRPr>
            </a:pPr>
            <a:r>
              <a:t>Core Mission</a:t>
            </a:r>
          </a:p>
          <a:p>
            <a:pPr>
              <a:spcAft>
                <a:spcPts val="800"/>
              </a:spcAft>
              <a:defRPr sz="2800" b="1">
                <a:solidFill>
                  <a:srgbClr val="FFE600"/>
                </a:solidFill>
                <a:latin typeface="Arial"/>
              </a:defRPr>
            </a:pPr>
            <a:r>
              <a:t>10x Speed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Automate repetitive SDLC tasks from intake to deployment.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Enforce institutional security &amp; quality standards automatically.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Reduce delivery lead time from weeks to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2058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  <a:latin typeface="Arial"/>
              </a:defRPr>
            </a:pPr>
            <a:r>
              <a:t>AI Capability</a:t>
            </a:r>
          </a:p>
          <a:p>
            <a:pPr>
              <a:spcAft>
                <a:spcPts val="800"/>
              </a:spcAft>
              <a:defRPr sz="2800" b="1">
                <a:solidFill>
                  <a:srgbClr val="FFE600"/>
                </a:solidFill>
                <a:latin typeface="Arial"/>
              </a:defRPr>
            </a:pPr>
            <a:r>
              <a:t>15 Specialized Agents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Dedicated agents for Requirements, Architecture, Code &amp; QA.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Multi-agent collaboration via structured event orchestration.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Contextual awareness across the entire repository.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9716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E600"/>
                </a:solidFill>
                <a:latin typeface="Arial"/>
              </a:defRPr>
            </a:pPr>
            <a:r>
              <a:t>Governance &amp; Safety</a:t>
            </a:r>
          </a:p>
          <a:p>
            <a:pPr>
              <a:spcAft>
                <a:spcPts val="800"/>
              </a:spcAft>
              <a:defRPr sz="2800" b="1">
                <a:solidFill>
                  <a:srgbClr val="FFE600"/>
                </a:solidFill>
                <a:latin typeface="Arial"/>
              </a:defRPr>
            </a:pPr>
            <a:r>
              <a:t>100% Audit Control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Human-in-the-loop review checkpoints at critical gates.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Full lineage tracking in PostgreSQL persistent database.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Zero unapproved modifications or security bypasses.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E600"/>
                </a:solidFill>
                <a:latin typeface="Calibri"/>
              </a:defRPr>
            </a:pPr>
            <a:r>
              <a:t>BUSINESS PROBLEM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Traditional SDLC Bottlenecks &amp; Operational Friction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High manual effort, inconsistent code quality, and delayed release cycles impact business agility.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E600"/>
                </a:solidFill>
                <a:latin typeface="Arial"/>
              </a:defRPr>
            </a:pPr>
            <a:r>
              <a:t>Slow Time-to-Market</a:t>
            </a:r>
          </a:p>
          <a:p>
            <a:pPr>
              <a:spcAft>
                <a:spcPts val="800"/>
              </a:spcAft>
              <a:defRPr sz="2800" b="1">
                <a:solidFill>
                  <a:srgbClr val="FFE600"/>
                </a:solidFill>
                <a:latin typeface="Arial"/>
              </a:defRPr>
            </a:pPr>
            <a:r>
              <a:t>6-8 Weeks Avg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Manual requirement parsing and SRS document creation.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Siloed communication between Product, Engineering, and QA.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Backlog accumulation leading to delayed feature releases.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2058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  <a:latin typeface="Arial"/>
              </a:defRPr>
            </a:pPr>
            <a:r>
              <a:t>Quality &amp; Drift Risks</a:t>
            </a:r>
          </a:p>
          <a:p>
            <a:pPr>
              <a:spcAft>
                <a:spcPts val="800"/>
              </a:spcAft>
              <a:defRPr sz="2800" b="1">
                <a:solidFill>
                  <a:srgbClr val="FFE600"/>
                </a:solidFill>
                <a:latin typeface="Arial"/>
              </a:defRPr>
            </a:pPr>
            <a:r>
              <a:t>35% Rework Cost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Requirements ambiguity leads to mid-sprint architecture changes.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Inconsistent test coverage across legacy components.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Security vulnerabilities identified late in staging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9716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E600"/>
                </a:solidFill>
                <a:latin typeface="Arial"/>
              </a:defRPr>
            </a:pPr>
            <a:r>
              <a:t>High Engineering Expense</a:t>
            </a:r>
          </a:p>
          <a:p>
            <a:pPr>
              <a:spcAft>
                <a:spcPts val="800"/>
              </a:spcAft>
              <a:defRPr sz="2800" b="1">
                <a:solidFill>
                  <a:srgbClr val="FFE600"/>
                </a:solidFill>
                <a:latin typeface="Arial"/>
              </a:defRPr>
            </a:pPr>
            <a:r>
              <a:t>60% Overhead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Senior developers spend excess hours writing boilerplate.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Manual video walkthroughs and documentation maintenance.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Scaling engineering teams increases coordination overhead.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E600"/>
                </a:solidFill>
                <a:latin typeface="Calibri"/>
              </a:defRPr>
            </a:pPr>
            <a:r>
              <a:t>PROPOSED SOLUTION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EY Autonomous SDLC Platform Architecture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An end-to-end multi-agent environment powering autonomous software development.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E600"/>
                </a:solidFill>
                <a:latin typeface="Arial"/>
              </a:defRPr>
            </a:pPr>
            <a:r>
              <a:t>Intelligent Intake &amp; BRD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Upload raw business notes or PDF documents.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AI Business Analyst agent generates verified BRD &amp; SRS.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Instant gap analysis and risk identification.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2058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  <a:latin typeface="Arial"/>
              </a:defRPr>
            </a:pPr>
            <a:r>
              <a:t>Autonomous Agent Workspace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Agents generate production code, tests, and API schemas.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Real-time WebSocket progress tracking and logs.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Integrated diagram generation and visual inspection.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9716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E600"/>
                </a:solidFill>
                <a:latin typeface="Arial"/>
              </a:defRPr>
            </a:pPr>
            <a:r>
              <a:t>Video &amp; PPTX Generation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Automatically renders HD executive presentation videos.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TTS voice-over narration with customizable presenter styles.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Direct export of PPTX decks and video artifacts.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E600"/>
                </a:solidFill>
                <a:latin typeface="Calibri"/>
              </a:defRPr>
            </a:pPr>
            <a:r>
              <a:t>BUSINESS BENEFITS &amp; KPIS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Quantifiable Value &amp; Return on Investment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Accelerating delivery velocity while lowering operational risk and cost.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E600"/>
                </a:solidFill>
                <a:latin typeface="Arial"/>
              </a:defRPr>
            </a:pPr>
            <a:r>
              <a:t>Delivery Velocity</a:t>
            </a:r>
          </a:p>
          <a:p>
            <a:pPr>
              <a:spcAft>
                <a:spcPts val="800"/>
              </a:spcAft>
              <a:defRPr sz="2800" b="1">
                <a:solidFill>
                  <a:srgbClr val="FFE600"/>
                </a:solidFill>
                <a:latin typeface="Arial"/>
              </a:defRPr>
            </a:pPr>
            <a:r>
              <a:t>85% Faster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Feature delivery timeline reduced from 6 weeks to 3 days.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Instant automated documentation and test generation.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Rapid iteration cycles with instant feedback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2058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  <a:latin typeface="Arial"/>
              </a:defRPr>
            </a:pPr>
            <a:r>
              <a:t>Quality &amp; Security</a:t>
            </a:r>
          </a:p>
          <a:p>
            <a:pPr>
              <a:spcAft>
                <a:spcPts val="800"/>
              </a:spcAft>
              <a:defRPr sz="2800" b="1">
                <a:solidFill>
                  <a:srgbClr val="FFE600"/>
                </a:solidFill>
                <a:latin typeface="Arial"/>
              </a:defRPr>
            </a:pPr>
            <a:r>
              <a:t>99.4% Pass Rate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Zero critical security defects reaching production.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100% test coverage across all generated endpoints.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Strict alignment with enterprise coding guidelines.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9716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E600"/>
                </a:solidFill>
                <a:latin typeface="Arial"/>
              </a:defRPr>
            </a:pPr>
            <a:r>
              <a:t>Cost Efficiency</a:t>
            </a:r>
          </a:p>
          <a:p>
            <a:pPr>
              <a:spcAft>
                <a:spcPts val="800"/>
              </a:spcAft>
              <a:defRPr sz="2800" b="1">
                <a:solidFill>
                  <a:srgbClr val="FFE600"/>
                </a:solidFill>
                <a:latin typeface="Arial"/>
              </a:defRPr>
            </a:pPr>
            <a:r>
              <a:t>4.5x ROI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Drastic reduction in developer manual overhead.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Higher engineering satisfaction and focus on innovation.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Estimated annual savings of $2.4M per engineering org.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